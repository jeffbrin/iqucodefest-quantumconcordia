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Assistant"/>
      <p:regular r:id="rId16"/>
      <p:bold r:id="rId17"/>
    </p:embeddedFont>
    <p:embeddedFont>
      <p:font typeface="Coda"/>
      <p:regular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Assistant-bold.fntdata"/><Relationship Id="rId16" Type="http://schemas.openxmlformats.org/officeDocument/2006/relationships/font" Target="fonts/Assistant-regular.fntdata"/><Relationship Id="rId18" Type="http://schemas.openxmlformats.org/officeDocument/2006/relationships/font" Target="fonts/Coda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ed5d2ff45b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ed5d2ff45b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74130f89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e74130f89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74130f89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e74130f89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74130f89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e74130f89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e74130f892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e74130f892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e74130f892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e74130f892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e74130f892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e74130f892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74130f892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e74130f892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e74130f89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e74130f89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ed75f95cf8_1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ed75f95cf8_1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hyperlink" Target="https://bit.ly/3A1uf1Q" TargetMode="External"/><Relationship Id="rId5" Type="http://schemas.openxmlformats.org/officeDocument/2006/relationships/hyperlink" Target="http://bit.ly/2TyoMsr" TargetMode="External"/><Relationship Id="rId6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5721" l="5708" r="6070" t="5713"/>
          <a:stretch/>
        </p:blipFill>
        <p:spPr>
          <a:xfrm rot="5400000">
            <a:off x="-850850" y="851500"/>
            <a:ext cx="5142200" cy="344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595675" y="1986350"/>
            <a:ext cx="4835100" cy="2182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595675" y="4168550"/>
            <a:ext cx="48351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-10860" l="41273" r="0" t="10860"/>
          <a:stretch/>
        </p:blipFill>
        <p:spPr>
          <a:xfrm rot="5400000">
            <a:off x="3643126" y="-357376"/>
            <a:ext cx="5153172" cy="584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264098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22632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type="title"/>
          </p:nvPr>
        </p:nvSpPr>
        <p:spPr>
          <a:xfrm>
            <a:off x="1102425" y="2119738"/>
            <a:ext cx="3928500" cy="144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hasCustomPrompt="1" idx="2" type="title"/>
          </p:nvPr>
        </p:nvSpPr>
        <p:spPr>
          <a:xfrm>
            <a:off x="2240625" y="1280038"/>
            <a:ext cx="1652100" cy="915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1102425" y="3564663"/>
            <a:ext cx="39285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4"/>
          <p:cNvGrpSpPr/>
          <p:nvPr/>
        </p:nvGrpSpPr>
        <p:grpSpPr>
          <a:xfrm>
            <a:off x="5018673" y="0"/>
            <a:ext cx="4125326" cy="5143501"/>
            <a:chOff x="5018673" y="0"/>
            <a:chExt cx="4125326" cy="5143501"/>
          </a:xfrm>
        </p:grpSpPr>
        <p:pic>
          <p:nvPicPr>
            <p:cNvPr id="24" name="Google Shape;24;p4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Google Shape;25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5018673" y="0"/>
              <a:ext cx="365925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" name="Google Shape;26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720000" y="1167318"/>
            <a:ext cx="7704000" cy="3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Char char="●"/>
              <a:defRPr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5"/>
          <p:cNvPicPr preferRelativeResize="0"/>
          <p:nvPr/>
        </p:nvPicPr>
        <p:blipFill rotWithShape="1">
          <a:blip r:embed="rId2">
            <a:alphaModFix/>
          </a:blip>
          <a:srcRect b="44568" l="0" r="0" t="25362"/>
          <a:stretch/>
        </p:blipFill>
        <p:spPr>
          <a:xfrm rot="10800000">
            <a:off x="-2" y="550"/>
            <a:ext cx="9164052" cy="183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5"/>
          <p:cNvPicPr preferRelativeResize="0"/>
          <p:nvPr/>
        </p:nvPicPr>
        <p:blipFill rotWithShape="1">
          <a:blip r:embed="rId3">
            <a:alphaModFix/>
          </a:blip>
          <a:srcRect b="0" l="39766" r="0" t="0"/>
          <a:stretch/>
        </p:blipFill>
        <p:spPr>
          <a:xfrm flipH="1" rot="-5400000">
            <a:off x="3485125" y="-3472100"/>
            <a:ext cx="2204051" cy="9174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5400000">
            <a:off x="2757525" y="-2218025"/>
            <a:ext cx="3659250" cy="917430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" type="subTitle"/>
          </p:nvPr>
        </p:nvSpPr>
        <p:spPr>
          <a:xfrm>
            <a:off x="5021599" y="1930425"/>
            <a:ext cx="2505600" cy="67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5" name="Google Shape;35;p5"/>
          <p:cNvSpPr txBox="1"/>
          <p:nvPr>
            <p:ph idx="2" type="subTitle"/>
          </p:nvPr>
        </p:nvSpPr>
        <p:spPr>
          <a:xfrm>
            <a:off x="1616801" y="3811725"/>
            <a:ext cx="2505600" cy="67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6" name="Google Shape;36;p5"/>
          <p:cNvSpPr txBox="1"/>
          <p:nvPr>
            <p:ph idx="3" type="subTitle"/>
          </p:nvPr>
        </p:nvSpPr>
        <p:spPr>
          <a:xfrm>
            <a:off x="5021588" y="1528025"/>
            <a:ext cx="2505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4" type="subTitle"/>
          </p:nvPr>
        </p:nvSpPr>
        <p:spPr>
          <a:xfrm>
            <a:off x="1616801" y="3409325"/>
            <a:ext cx="2505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oogle Shape;40;p6"/>
          <p:cNvGrpSpPr/>
          <p:nvPr/>
        </p:nvGrpSpPr>
        <p:grpSpPr>
          <a:xfrm>
            <a:off x="0" y="-9675"/>
            <a:ext cx="1683876" cy="5153174"/>
            <a:chOff x="0" y="-9675"/>
            <a:chExt cx="1683876" cy="5153174"/>
          </a:xfrm>
        </p:grpSpPr>
        <p:pic>
          <p:nvPicPr>
            <p:cNvPr id="41" name="Google Shape;41;p6"/>
            <p:cNvPicPr preferRelativeResize="0"/>
            <p:nvPr/>
          </p:nvPicPr>
          <p:blipFill rotWithShape="1">
            <a:blip r:embed="rId2">
              <a:alphaModFix/>
            </a:blip>
            <a:srcRect b="29381" l="27337" r="13936" t="46145"/>
            <a:stretch/>
          </p:blipFill>
          <p:spPr>
            <a:xfrm flipH="1" rot="-5400000">
              <a:off x="-1860912" y="1851237"/>
              <a:ext cx="5153172" cy="143134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42;p6"/>
            <p:cNvPicPr preferRelativeResize="0"/>
            <p:nvPr/>
          </p:nvPicPr>
          <p:blipFill rotWithShape="1">
            <a:blip r:embed="rId3">
              <a:alphaModFix/>
            </a:blip>
            <a:srcRect b="0" l="20902" r="36044" t="0"/>
            <a:stretch/>
          </p:blipFill>
          <p:spPr>
            <a:xfrm>
              <a:off x="0" y="0"/>
              <a:ext cx="1481850" cy="51434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/>
            <p:cNvPicPr preferRelativeResize="0"/>
            <p:nvPr/>
          </p:nvPicPr>
          <p:blipFill rotWithShape="1">
            <a:blip r:embed="rId3">
              <a:alphaModFix/>
            </a:blip>
            <a:srcRect b="0" l="15034" r="36042" t="0"/>
            <a:stretch/>
          </p:blipFill>
          <p:spPr>
            <a:xfrm>
              <a:off x="0" y="0"/>
              <a:ext cx="1683876" cy="514349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44" name="Google Shape;44;p6"/>
          <p:cNvPicPr preferRelativeResize="0"/>
          <p:nvPr/>
        </p:nvPicPr>
        <p:blipFill rotWithShape="1">
          <a:blip r:embed="rId3">
            <a:alphaModFix/>
          </a:blip>
          <a:srcRect b="0" l="10396" r="36045" t="0"/>
          <a:stretch/>
        </p:blipFill>
        <p:spPr>
          <a:xfrm>
            <a:off x="0" y="0"/>
            <a:ext cx="18434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7"/>
          <p:cNvGrpSpPr/>
          <p:nvPr/>
        </p:nvGrpSpPr>
        <p:grpSpPr>
          <a:xfrm>
            <a:off x="6650150" y="0"/>
            <a:ext cx="2908624" cy="5143501"/>
            <a:chOff x="6650150" y="0"/>
            <a:chExt cx="2908624" cy="5143501"/>
          </a:xfrm>
        </p:grpSpPr>
        <p:pic>
          <p:nvPicPr>
            <p:cNvPr id="49" name="Google Shape;49;p7"/>
            <p:cNvPicPr preferRelativeResize="0"/>
            <p:nvPr/>
          </p:nvPicPr>
          <p:blipFill rotWithShape="1">
            <a:blip r:embed="rId2">
              <a:alphaModFix/>
            </a:blip>
            <a:srcRect b="0" l="29748" r="41058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6650150" y="0"/>
              <a:ext cx="290862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1" name="Google Shape;51;p7"/>
          <p:cNvSpPr txBox="1"/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subTitle"/>
          </p:nvPr>
        </p:nvSpPr>
        <p:spPr>
          <a:xfrm>
            <a:off x="2424600" y="1727375"/>
            <a:ext cx="4294800" cy="212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8"/>
          <p:cNvPicPr preferRelativeResize="0"/>
          <p:nvPr/>
        </p:nvPicPr>
        <p:blipFill rotWithShape="1">
          <a:blip r:embed="rId2">
            <a:alphaModFix/>
          </a:blip>
          <a:srcRect b="19071" l="22817" r="22817" t="26563"/>
          <a:stretch/>
        </p:blipFill>
        <p:spPr>
          <a:xfrm flipH="1" rot="-5400000">
            <a:off x="4862787" y="853813"/>
            <a:ext cx="5137951" cy="342447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>
            <p:ph type="title"/>
          </p:nvPr>
        </p:nvSpPr>
        <p:spPr>
          <a:xfrm>
            <a:off x="1092475" y="1307100"/>
            <a:ext cx="41073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9"/>
          <p:cNvPicPr preferRelativeResize="0"/>
          <p:nvPr/>
        </p:nvPicPr>
        <p:blipFill rotWithShape="1">
          <a:blip r:embed="rId2">
            <a:alphaModFix/>
          </a:blip>
          <a:srcRect b="5882" l="0" r="0" t="31743"/>
          <a:stretch/>
        </p:blipFill>
        <p:spPr>
          <a:xfrm rot="10800000">
            <a:off x="-2" y="548"/>
            <a:ext cx="9164052" cy="3810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5400000">
            <a:off x="2757525" y="-2218025"/>
            <a:ext cx="3659250" cy="9174301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9"/>
          <p:cNvSpPr txBox="1"/>
          <p:nvPr>
            <p:ph type="title"/>
          </p:nvPr>
        </p:nvSpPr>
        <p:spPr>
          <a:xfrm>
            <a:off x="2135550" y="2523293"/>
            <a:ext cx="4872900" cy="10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" type="subTitle"/>
          </p:nvPr>
        </p:nvSpPr>
        <p:spPr>
          <a:xfrm>
            <a:off x="2135550" y="3645107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>
            <p:ph idx="2" type="pic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0"/>
          <p:cNvSpPr txBox="1"/>
          <p:nvPr>
            <p:ph type="title"/>
          </p:nvPr>
        </p:nvSpPr>
        <p:spPr>
          <a:xfrm>
            <a:off x="1653725" y="4014450"/>
            <a:ext cx="58365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1"/>
          <p:cNvPicPr preferRelativeResize="0"/>
          <p:nvPr/>
        </p:nvPicPr>
        <p:blipFill rotWithShape="1">
          <a:blip r:embed="rId2">
            <a:alphaModFix/>
          </a:blip>
          <a:srcRect b="-10860" l="41273" r="0" t="10860"/>
          <a:stretch/>
        </p:blipFill>
        <p:spPr>
          <a:xfrm flipH="1" rot="-5400000">
            <a:off x="271499" y="-357376"/>
            <a:ext cx="5153172" cy="584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6246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2221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1"/>
          <p:cNvSpPr txBox="1"/>
          <p:nvPr>
            <p:ph hasCustomPrompt="1" type="title"/>
          </p:nvPr>
        </p:nvSpPr>
        <p:spPr>
          <a:xfrm>
            <a:off x="3844375" y="1723725"/>
            <a:ext cx="4586400" cy="1163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60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600"/>
              <a:buNone/>
              <a:defRPr sz="9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3844375" y="2922675"/>
            <a:ext cx="45864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" type="subTitle"/>
          </p:nvPr>
        </p:nvSpPr>
        <p:spPr>
          <a:xfrm>
            <a:off x="872376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2" type="subTitle"/>
          </p:nvPr>
        </p:nvSpPr>
        <p:spPr>
          <a:xfrm>
            <a:off x="3419247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3" type="subTitle"/>
          </p:nvPr>
        </p:nvSpPr>
        <p:spPr>
          <a:xfrm>
            <a:off x="872376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4" type="subTitle"/>
          </p:nvPr>
        </p:nvSpPr>
        <p:spPr>
          <a:xfrm>
            <a:off x="3419247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3"/>
          <p:cNvSpPr txBox="1"/>
          <p:nvPr>
            <p:ph idx="5" type="subTitle"/>
          </p:nvPr>
        </p:nvSpPr>
        <p:spPr>
          <a:xfrm>
            <a:off x="5966124" y="2045314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idx="6" type="subTitle"/>
          </p:nvPr>
        </p:nvSpPr>
        <p:spPr>
          <a:xfrm>
            <a:off x="5966124" y="3639537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3"/>
          <p:cNvSpPr txBox="1"/>
          <p:nvPr>
            <p:ph hasCustomPrompt="1" idx="7" type="title"/>
          </p:nvPr>
        </p:nvSpPr>
        <p:spPr>
          <a:xfrm>
            <a:off x="1657776" y="1212951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/>
          <p:nvPr>
            <p:ph hasCustomPrompt="1" idx="8" type="title"/>
          </p:nvPr>
        </p:nvSpPr>
        <p:spPr>
          <a:xfrm>
            <a:off x="1657776" y="2806589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/>
          <p:nvPr>
            <p:ph hasCustomPrompt="1" idx="9" type="title"/>
          </p:nvPr>
        </p:nvSpPr>
        <p:spPr>
          <a:xfrm>
            <a:off x="4204647" y="1212951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/>
          <p:nvPr>
            <p:ph hasCustomPrompt="1" idx="13" type="title"/>
          </p:nvPr>
        </p:nvSpPr>
        <p:spPr>
          <a:xfrm>
            <a:off x="4204647" y="2806589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/>
          <p:nvPr>
            <p:ph hasCustomPrompt="1" idx="14" type="title"/>
          </p:nvPr>
        </p:nvSpPr>
        <p:spPr>
          <a:xfrm>
            <a:off x="6751524" y="1212951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/>
          <p:nvPr>
            <p:ph hasCustomPrompt="1" idx="15" type="title"/>
          </p:nvPr>
        </p:nvSpPr>
        <p:spPr>
          <a:xfrm>
            <a:off x="6751524" y="2806589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/>
          <p:nvPr>
            <p:ph idx="16" type="subTitle"/>
          </p:nvPr>
        </p:nvSpPr>
        <p:spPr>
          <a:xfrm>
            <a:off x="872376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94" name="Google Shape;94;p13"/>
          <p:cNvSpPr txBox="1"/>
          <p:nvPr>
            <p:ph idx="17" type="subTitle"/>
          </p:nvPr>
        </p:nvSpPr>
        <p:spPr>
          <a:xfrm>
            <a:off x="3419247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95" name="Google Shape;95;p13"/>
          <p:cNvSpPr txBox="1"/>
          <p:nvPr>
            <p:ph idx="18" type="subTitle"/>
          </p:nvPr>
        </p:nvSpPr>
        <p:spPr>
          <a:xfrm>
            <a:off x="5966124" y="171335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96" name="Google Shape;96;p13"/>
          <p:cNvSpPr txBox="1"/>
          <p:nvPr>
            <p:ph idx="19" type="subTitle"/>
          </p:nvPr>
        </p:nvSpPr>
        <p:spPr>
          <a:xfrm>
            <a:off x="872376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97" name="Google Shape;97;p13"/>
          <p:cNvSpPr txBox="1"/>
          <p:nvPr>
            <p:ph idx="20" type="subTitle"/>
          </p:nvPr>
        </p:nvSpPr>
        <p:spPr>
          <a:xfrm>
            <a:off x="3419247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98" name="Google Shape;98;p13"/>
          <p:cNvSpPr txBox="1"/>
          <p:nvPr>
            <p:ph idx="21" type="subTitle"/>
          </p:nvPr>
        </p:nvSpPr>
        <p:spPr>
          <a:xfrm>
            <a:off x="5966124" y="330706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title"/>
          </p:nvPr>
        </p:nvSpPr>
        <p:spPr>
          <a:xfrm>
            <a:off x="1487106" y="3015326"/>
            <a:ext cx="6169800" cy="5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1487094" y="1041463"/>
            <a:ext cx="6169800" cy="1863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pic>
        <p:nvPicPr>
          <p:cNvPr id="104" name="Google Shape;104;p14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79326" y="-89825"/>
            <a:ext cx="985348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5"/>
          <p:cNvPicPr preferRelativeResize="0"/>
          <p:nvPr/>
        </p:nvPicPr>
        <p:blipFill rotWithShape="1">
          <a:blip r:embed="rId2">
            <a:alphaModFix/>
          </a:blip>
          <a:srcRect b="15286" l="6240" r="6240" t="30123"/>
          <a:stretch/>
        </p:blipFill>
        <p:spPr>
          <a:xfrm rot="5400000">
            <a:off x="-1500862" y="1506606"/>
            <a:ext cx="5137756" cy="2136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-12600" y="1"/>
            <a:ext cx="2366277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2" name="Google Shape;112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1_1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pic>
        <p:nvPicPr>
          <p:cNvPr id="115" name="Google Shape;115;p16"/>
          <p:cNvPicPr preferRelativeResize="0"/>
          <p:nvPr/>
        </p:nvPicPr>
        <p:blipFill rotWithShape="1">
          <a:blip r:embed="rId2">
            <a:alphaModFix/>
          </a:blip>
          <a:srcRect b="52462" l="0" r="1254" t="18072"/>
          <a:stretch/>
        </p:blipFill>
        <p:spPr>
          <a:xfrm>
            <a:off x="0" y="3325075"/>
            <a:ext cx="9143997" cy="18184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1_1_1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 rotWithShape="1">
          <a:blip r:embed="rId2">
            <a:alphaModFix/>
          </a:blip>
          <a:srcRect b="27588" l="6395" r="34878" t="32161"/>
          <a:stretch/>
        </p:blipFill>
        <p:spPr>
          <a:xfrm rot="5400000">
            <a:off x="5390363" y="1389862"/>
            <a:ext cx="5153172" cy="2354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 rotWithShape="1">
          <a:blip r:embed="rId3">
            <a:alphaModFix/>
          </a:blip>
          <a:srcRect b="0" l="35695" r="0" t="0"/>
          <a:stretch/>
        </p:blipFill>
        <p:spPr>
          <a:xfrm flipH="1">
            <a:off x="6718725" y="0"/>
            <a:ext cx="2425275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/>
          <p:cNvPicPr preferRelativeResize="0"/>
          <p:nvPr/>
        </p:nvPicPr>
        <p:blipFill rotWithShape="1">
          <a:blip r:embed="rId2">
            <a:alphaModFix/>
          </a:blip>
          <a:srcRect b="1530" l="41273" r="0" t="58219"/>
          <a:stretch/>
        </p:blipFill>
        <p:spPr>
          <a:xfrm flipH="1" rot="-5400000">
            <a:off x="-1399538" y="1389862"/>
            <a:ext cx="5153172" cy="2354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" y="0"/>
            <a:ext cx="2496425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8"/>
          <p:cNvSpPr txBox="1"/>
          <p:nvPr>
            <p:ph type="title"/>
          </p:nvPr>
        </p:nvSpPr>
        <p:spPr>
          <a:xfrm>
            <a:off x="879325" y="1183380"/>
            <a:ext cx="3519600" cy="1813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6" name="Google Shape;126;p18"/>
          <p:cNvSpPr txBox="1"/>
          <p:nvPr>
            <p:ph idx="1" type="subTitle"/>
          </p:nvPr>
        </p:nvSpPr>
        <p:spPr>
          <a:xfrm>
            <a:off x="879325" y="2997120"/>
            <a:ext cx="3519600" cy="9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8"/>
          <p:cNvSpPr/>
          <p:nvPr>
            <p:ph idx="2" type="pic"/>
          </p:nvPr>
        </p:nvSpPr>
        <p:spPr>
          <a:xfrm>
            <a:off x="4902275" y="880200"/>
            <a:ext cx="3362400" cy="338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8" name="Google Shape;128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 txBox="1"/>
          <p:nvPr>
            <p:ph type="title"/>
          </p:nvPr>
        </p:nvSpPr>
        <p:spPr>
          <a:xfrm>
            <a:off x="2449050" y="539500"/>
            <a:ext cx="4245900" cy="66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1" name="Google Shape;131;p19"/>
          <p:cNvSpPr txBox="1"/>
          <p:nvPr>
            <p:ph idx="1" type="subTitle"/>
          </p:nvPr>
        </p:nvSpPr>
        <p:spPr>
          <a:xfrm>
            <a:off x="2449050" y="1207300"/>
            <a:ext cx="4245900" cy="66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2" name="Google Shape;132;p19"/>
          <p:cNvGrpSpPr/>
          <p:nvPr/>
        </p:nvGrpSpPr>
        <p:grpSpPr>
          <a:xfrm>
            <a:off x="6492099" y="0"/>
            <a:ext cx="2651899" cy="5143501"/>
            <a:chOff x="6492099" y="0"/>
            <a:chExt cx="2651899" cy="5143501"/>
          </a:xfrm>
        </p:grpSpPr>
        <p:pic>
          <p:nvPicPr>
            <p:cNvPr id="133" name="Google Shape;133;p19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4" name="Google Shape;134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6492099" y="0"/>
              <a:ext cx="2185825" cy="51434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5" name="Google Shape;135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0"/>
          <p:cNvSpPr txBox="1"/>
          <p:nvPr>
            <p:ph type="title"/>
          </p:nvPr>
        </p:nvSpPr>
        <p:spPr>
          <a:xfrm>
            <a:off x="4032962" y="1547103"/>
            <a:ext cx="3593400" cy="74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8" name="Google Shape;138;p20"/>
          <p:cNvSpPr txBox="1"/>
          <p:nvPr>
            <p:ph idx="1" type="subTitle"/>
          </p:nvPr>
        </p:nvSpPr>
        <p:spPr>
          <a:xfrm>
            <a:off x="4032962" y="2289600"/>
            <a:ext cx="3593400" cy="8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9" name="Google Shape;139;p20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oogle Shape;143;p21"/>
          <p:cNvGrpSpPr/>
          <p:nvPr/>
        </p:nvGrpSpPr>
        <p:grpSpPr>
          <a:xfrm>
            <a:off x="5018673" y="0"/>
            <a:ext cx="4125326" cy="5143501"/>
            <a:chOff x="5018673" y="0"/>
            <a:chExt cx="4125326" cy="5143501"/>
          </a:xfrm>
        </p:grpSpPr>
        <p:pic>
          <p:nvPicPr>
            <p:cNvPr id="144" name="Google Shape;144;p21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" name="Google Shape;145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5018673" y="0"/>
              <a:ext cx="365925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46" name="Google Shape;146;p21"/>
          <p:cNvPicPr preferRelativeResize="0"/>
          <p:nvPr/>
        </p:nvPicPr>
        <p:blipFill rotWithShape="1">
          <a:blip r:embed="rId3">
            <a:alphaModFix/>
          </a:blip>
          <a:srcRect b="0" l="-1636" r="0" t="0"/>
          <a:stretch/>
        </p:blipFill>
        <p:spPr>
          <a:xfrm flipH="1">
            <a:off x="554357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48" name="Google Shape;148;p21"/>
          <p:cNvSpPr txBox="1"/>
          <p:nvPr>
            <p:ph idx="1" type="body"/>
          </p:nvPr>
        </p:nvSpPr>
        <p:spPr>
          <a:xfrm>
            <a:off x="720000" y="1167379"/>
            <a:ext cx="7704000" cy="34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Char char="●"/>
              <a:defRPr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149" name="Google Shape;149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2"/>
          <p:cNvPicPr preferRelativeResize="0"/>
          <p:nvPr/>
        </p:nvPicPr>
        <p:blipFill rotWithShape="1">
          <a:blip r:embed="rId2">
            <a:alphaModFix/>
          </a:blip>
          <a:srcRect b="15286" l="6240" r="6240" t="30123"/>
          <a:stretch/>
        </p:blipFill>
        <p:spPr>
          <a:xfrm rot="-5400000">
            <a:off x="5494507" y="1500862"/>
            <a:ext cx="5137756" cy="2136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6777725" y="2"/>
            <a:ext cx="2366277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54" name="Google Shape;154;p22"/>
          <p:cNvSpPr txBox="1"/>
          <p:nvPr>
            <p:ph idx="1" type="body"/>
          </p:nvPr>
        </p:nvSpPr>
        <p:spPr>
          <a:xfrm>
            <a:off x="720000" y="1167356"/>
            <a:ext cx="7704000" cy="163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Char char="●"/>
              <a:defRPr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3"/>
          <p:cNvPicPr preferRelativeResize="0"/>
          <p:nvPr/>
        </p:nvPicPr>
        <p:blipFill rotWithShape="1">
          <a:blip r:embed="rId2">
            <a:alphaModFix/>
          </a:blip>
          <a:srcRect b="0" l="0" r="70806" t="0"/>
          <a:stretch/>
        </p:blipFill>
        <p:spPr>
          <a:xfrm>
            <a:off x="6891025" y="0"/>
            <a:ext cx="22529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01867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018673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61" name="Google Shape;161;p23"/>
          <p:cNvSpPr txBox="1"/>
          <p:nvPr>
            <p:ph idx="1" type="subTitle"/>
          </p:nvPr>
        </p:nvSpPr>
        <p:spPr>
          <a:xfrm>
            <a:off x="5181724" y="3099625"/>
            <a:ext cx="2586900" cy="11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3"/>
          <p:cNvSpPr txBox="1"/>
          <p:nvPr>
            <p:ph idx="2" type="subTitle"/>
          </p:nvPr>
        </p:nvSpPr>
        <p:spPr>
          <a:xfrm>
            <a:off x="1375350" y="2261425"/>
            <a:ext cx="2586900" cy="11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 txBox="1"/>
          <p:nvPr>
            <p:ph idx="3" type="subTitle"/>
          </p:nvPr>
        </p:nvSpPr>
        <p:spPr>
          <a:xfrm>
            <a:off x="1375360" y="1702525"/>
            <a:ext cx="25869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64" name="Google Shape;164;p23"/>
          <p:cNvSpPr txBox="1"/>
          <p:nvPr>
            <p:ph idx="4" type="subTitle"/>
          </p:nvPr>
        </p:nvSpPr>
        <p:spPr>
          <a:xfrm>
            <a:off x="5181738" y="2540725"/>
            <a:ext cx="25869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65" name="Google Shape;165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68" name="Google Shape;168;p24"/>
          <p:cNvSpPr txBox="1"/>
          <p:nvPr>
            <p:ph idx="1" type="subTitle"/>
          </p:nvPr>
        </p:nvSpPr>
        <p:spPr>
          <a:xfrm>
            <a:off x="1905300" y="3098314"/>
            <a:ext cx="5333400" cy="11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2" type="subTitle"/>
          </p:nvPr>
        </p:nvSpPr>
        <p:spPr>
          <a:xfrm>
            <a:off x="1905300" y="1624684"/>
            <a:ext cx="5333400" cy="11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0" name="Google Shape;170;p24"/>
          <p:cNvPicPr preferRelativeResize="0"/>
          <p:nvPr/>
        </p:nvPicPr>
        <p:blipFill rotWithShape="1">
          <a:blip r:embed="rId2">
            <a:alphaModFix/>
          </a:blip>
          <a:srcRect b="39291" l="17623" r="15724" t="16901"/>
          <a:stretch/>
        </p:blipFill>
        <p:spPr>
          <a:xfrm rot="5400000">
            <a:off x="-1458063" y="1446012"/>
            <a:ext cx="5143900" cy="2253226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5"/>
          <p:cNvPicPr preferRelativeResize="0"/>
          <p:nvPr/>
        </p:nvPicPr>
        <p:blipFill rotWithShape="1">
          <a:blip r:embed="rId2">
            <a:alphaModFix/>
          </a:blip>
          <a:srcRect b="0" l="0" r="70806" t="0"/>
          <a:stretch/>
        </p:blipFill>
        <p:spPr>
          <a:xfrm flipH="1">
            <a:off x="-37390" y="0"/>
            <a:ext cx="22529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257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907" y="0"/>
            <a:ext cx="365925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" type="subTitle"/>
          </p:nvPr>
        </p:nvSpPr>
        <p:spPr>
          <a:xfrm>
            <a:off x="937625" y="2332395"/>
            <a:ext cx="21753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2" type="subTitle"/>
          </p:nvPr>
        </p:nvSpPr>
        <p:spPr>
          <a:xfrm>
            <a:off x="3484347" y="3322995"/>
            <a:ext cx="21753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3" type="subTitle"/>
          </p:nvPr>
        </p:nvSpPr>
        <p:spPr>
          <a:xfrm>
            <a:off x="6031075" y="2332395"/>
            <a:ext cx="21753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25"/>
          <p:cNvSpPr txBox="1"/>
          <p:nvPr>
            <p:ph idx="4" type="subTitle"/>
          </p:nvPr>
        </p:nvSpPr>
        <p:spPr>
          <a:xfrm>
            <a:off x="937625" y="1676879"/>
            <a:ext cx="21753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1" name="Google Shape;181;p25"/>
          <p:cNvSpPr txBox="1"/>
          <p:nvPr>
            <p:ph idx="5" type="subTitle"/>
          </p:nvPr>
        </p:nvSpPr>
        <p:spPr>
          <a:xfrm>
            <a:off x="3484350" y="2667479"/>
            <a:ext cx="21753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2" name="Google Shape;182;p25"/>
          <p:cNvSpPr txBox="1"/>
          <p:nvPr>
            <p:ph idx="6" type="subTitle"/>
          </p:nvPr>
        </p:nvSpPr>
        <p:spPr>
          <a:xfrm>
            <a:off x="6031075" y="1676879"/>
            <a:ext cx="21753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83" name="Google Shape;183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86" name="Google Shape;186;p26"/>
          <p:cNvSpPr txBox="1"/>
          <p:nvPr>
            <p:ph idx="1" type="subTitle"/>
          </p:nvPr>
        </p:nvSpPr>
        <p:spPr>
          <a:xfrm>
            <a:off x="2891511" y="1906591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26"/>
          <p:cNvSpPr txBox="1"/>
          <p:nvPr>
            <p:ph idx="2" type="subTitle"/>
          </p:nvPr>
        </p:nvSpPr>
        <p:spPr>
          <a:xfrm>
            <a:off x="5657064" y="1906591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26"/>
          <p:cNvSpPr txBox="1"/>
          <p:nvPr>
            <p:ph idx="3" type="subTitle"/>
          </p:nvPr>
        </p:nvSpPr>
        <p:spPr>
          <a:xfrm>
            <a:off x="1508736" y="3244666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6"/>
          <p:cNvSpPr txBox="1"/>
          <p:nvPr>
            <p:ph idx="4" type="subTitle"/>
          </p:nvPr>
        </p:nvSpPr>
        <p:spPr>
          <a:xfrm>
            <a:off x="4274289" y="3244666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26"/>
          <p:cNvSpPr txBox="1"/>
          <p:nvPr>
            <p:ph idx="5" type="subTitle"/>
          </p:nvPr>
        </p:nvSpPr>
        <p:spPr>
          <a:xfrm>
            <a:off x="2891511" y="14703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91" name="Google Shape;191;p26"/>
          <p:cNvSpPr txBox="1"/>
          <p:nvPr>
            <p:ph idx="6" type="subTitle"/>
          </p:nvPr>
        </p:nvSpPr>
        <p:spPr>
          <a:xfrm>
            <a:off x="1508736" y="28085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92" name="Google Shape;192;p26"/>
          <p:cNvSpPr txBox="1"/>
          <p:nvPr>
            <p:ph idx="7" type="subTitle"/>
          </p:nvPr>
        </p:nvSpPr>
        <p:spPr>
          <a:xfrm>
            <a:off x="5657061" y="14703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193" name="Google Shape;193;p26"/>
          <p:cNvSpPr txBox="1"/>
          <p:nvPr>
            <p:ph idx="8" type="subTitle"/>
          </p:nvPr>
        </p:nvSpPr>
        <p:spPr>
          <a:xfrm>
            <a:off x="4274286" y="28085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pic>
        <p:nvPicPr>
          <p:cNvPr id="194" name="Google Shape;194;p26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89351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79326" y="-48800"/>
            <a:ext cx="985348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7"/>
          <p:cNvPicPr preferRelativeResize="0"/>
          <p:nvPr/>
        </p:nvPicPr>
        <p:blipFill rotWithShape="1">
          <a:blip r:embed="rId2">
            <a:alphaModFix/>
          </a:blip>
          <a:srcRect b="18357" l="349" r="0" t="19268"/>
          <a:stretch/>
        </p:blipFill>
        <p:spPr>
          <a:xfrm rot="5400000">
            <a:off x="-1525114" y="1490063"/>
            <a:ext cx="5169577" cy="215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666" l="0" r="0" t="0"/>
          <a:stretch/>
        </p:blipFill>
        <p:spPr>
          <a:xfrm flipH="1" rot="10800000">
            <a:off x="143775" y="-5852"/>
            <a:ext cx="2071576" cy="515915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2" name="Google Shape;202;p27"/>
          <p:cNvSpPr txBox="1"/>
          <p:nvPr>
            <p:ph idx="1" type="subTitle"/>
          </p:nvPr>
        </p:nvSpPr>
        <p:spPr>
          <a:xfrm>
            <a:off x="1108627" y="2091836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7"/>
          <p:cNvSpPr txBox="1"/>
          <p:nvPr>
            <p:ph idx="2" type="subTitle"/>
          </p:nvPr>
        </p:nvSpPr>
        <p:spPr>
          <a:xfrm>
            <a:off x="3579000" y="2091836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3" type="subTitle"/>
          </p:nvPr>
        </p:nvSpPr>
        <p:spPr>
          <a:xfrm>
            <a:off x="1108627" y="3423350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27"/>
          <p:cNvSpPr txBox="1"/>
          <p:nvPr>
            <p:ph idx="4" type="subTitle"/>
          </p:nvPr>
        </p:nvSpPr>
        <p:spPr>
          <a:xfrm>
            <a:off x="3579000" y="3423350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27"/>
          <p:cNvSpPr txBox="1"/>
          <p:nvPr>
            <p:ph idx="5" type="subTitle"/>
          </p:nvPr>
        </p:nvSpPr>
        <p:spPr>
          <a:xfrm>
            <a:off x="6049373" y="2091836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7"/>
          <p:cNvSpPr txBox="1"/>
          <p:nvPr>
            <p:ph idx="6" type="subTitle"/>
          </p:nvPr>
        </p:nvSpPr>
        <p:spPr>
          <a:xfrm>
            <a:off x="6049373" y="3423350"/>
            <a:ext cx="19860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27"/>
          <p:cNvSpPr txBox="1"/>
          <p:nvPr>
            <p:ph idx="7" type="subTitle"/>
          </p:nvPr>
        </p:nvSpPr>
        <p:spPr>
          <a:xfrm>
            <a:off x="1109527" y="165965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209" name="Google Shape;209;p27"/>
          <p:cNvSpPr txBox="1"/>
          <p:nvPr>
            <p:ph idx="8" type="subTitle"/>
          </p:nvPr>
        </p:nvSpPr>
        <p:spPr>
          <a:xfrm>
            <a:off x="3579900" y="165965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210" name="Google Shape;210;p27"/>
          <p:cNvSpPr txBox="1"/>
          <p:nvPr>
            <p:ph idx="9" type="subTitle"/>
          </p:nvPr>
        </p:nvSpPr>
        <p:spPr>
          <a:xfrm>
            <a:off x="6050273" y="165965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211" name="Google Shape;211;p27"/>
          <p:cNvSpPr txBox="1"/>
          <p:nvPr>
            <p:ph idx="13" type="subTitle"/>
          </p:nvPr>
        </p:nvSpPr>
        <p:spPr>
          <a:xfrm>
            <a:off x="1109527" y="299114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212" name="Google Shape;212;p27"/>
          <p:cNvSpPr txBox="1"/>
          <p:nvPr>
            <p:ph idx="14" type="subTitle"/>
          </p:nvPr>
        </p:nvSpPr>
        <p:spPr>
          <a:xfrm>
            <a:off x="3579900" y="299114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213" name="Google Shape;213;p27"/>
          <p:cNvSpPr txBox="1"/>
          <p:nvPr>
            <p:ph idx="15" type="subTitle"/>
          </p:nvPr>
        </p:nvSpPr>
        <p:spPr>
          <a:xfrm>
            <a:off x="6050273" y="2991148"/>
            <a:ext cx="1984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da"/>
              <a:buNone/>
              <a:defRPr sz="2400"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214" name="Google Shape;214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8"/>
          <p:cNvSpPr txBox="1"/>
          <p:nvPr>
            <p:ph hasCustomPrompt="1" type="title"/>
          </p:nvPr>
        </p:nvSpPr>
        <p:spPr>
          <a:xfrm>
            <a:off x="3014700" y="613734"/>
            <a:ext cx="46968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45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7" name="Google Shape;217;p28"/>
          <p:cNvSpPr txBox="1"/>
          <p:nvPr>
            <p:ph idx="1" type="subTitle"/>
          </p:nvPr>
        </p:nvSpPr>
        <p:spPr>
          <a:xfrm>
            <a:off x="3014700" y="1226454"/>
            <a:ext cx="4696800" cy="5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8" name="Google Shape;218;p28"/>
          <p:cNvSpPr txBox="1"/>
          <p:nvPr>
            <p:ph hasCustomPrompt="1" idx="2" type="title"/>
          </p:nvPr>
        </p:nvSpPr>
        <p:spPr>
          <a:xfrm>
            <a:off x="3014700" y="1965990"/>
            <a:ext cx="46968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45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9" name="Google Shape;219;p28"/>
          <p:cNvSpPr txBox="1"/>
          <p:nvPr>
            <p:ph idx="3" type="subTitle"/>
          </p:nvPr>
        </p:nvSpPr>
        <p:spPr>
          <a:xfrm>
            <a:off x="3014700" y="2578710"/>
            <a:ext cx="4696800" cy="5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0" name="Google Shape;220;p28"/>
          <p:cNvSpPr txBox="1"/>
          <p:nvPr>
            <p:ph hasCustomPrompt="1" idx="4" type="title"/>
          </p:nvPr>
        </p:nvSpPr>
        <p:spPr>
          <a:xfrm>
            <a:off x="3014700" y="3318246"/>
            <a:ext cx="46968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45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1" name="Google Shape;221;p28"/>
          <p:cNvSpPr txBox="1"/>
          <p:nvPr>
            <p:ph idx="5" type="subTitle"/>
          </p:nvPr>
        </p:nvSpPr>
        <p:spPr>
          <a:xfrm>
            <a:off x="3014700" y="3930966"/>
            <a:ext cx="4696800" cy="5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222" name="Google Shape;222;p28"/>
          <p:cNvPicPr preferRelativeResize="0"/>
          <p:nvPr/>
        </p:nvPicPr>
        <p:blipFill rotWithShape="1">
          <a:blip r:embed="rId2">
            <a:alphaModFix/>
          </a:blip>
          <a:srcRect b="30225" l="30221" r="30383" t="30225"/>
          <a:stretch/>
        </p:blipFill>
        <p:spPr>
          <a:xfrm rot="5400000">
            <a:off x="-850850" y="851500"/>
            <a:ext cx="5142200" cy="344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2099094" y="539500"/>
            <a:ext cx="4945800" cy="1058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26" name="Google Shape;226;p29"/>
          <p:cNvSpPr txBox="1"/>
          <p:nvPr>
            <p:ph idx="1" type="subTitle"/>
          </p:nvPr>
        </p:nvSpPr>
        <p:spPr>
          <a:xfrm>
            <a:off x="2099108" y="1513050"/>
            <a:ext cx="4945800" cy="12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7" name="Google Shape;227;p29"/>
          <p:cNvPicPr preferRelativeResize="0"/>
          <p:nvPr/>
        </p:nvPicPr>
        <p:blipFill rotWithShape="1">
          <a:blip r:embed="rId2">
            <a:alphaModFix/>
          </a:blip>
          <a:srcRect b="47482" l="0" r="0" t="36350"/>
          <a:stretch/>
        </p:blipFill>
        <p:spPr>
          <a:xfrm>
            <a:off x="0" y="4158150"/>
            <a:ext cx="9144003" cy="985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014725" y="25825"/>
            <a:ext cx="1134599" cy="916405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9"/>
          <p:cNvSpPr txBox="1"/>
          <p:nvPr/>
        </p:nvSpPr>
        <p:spPr>
          <a:xfrm>
            <a:off x="2099092" y="2751591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, and includes icons by </a:t>
            </a:r>
            <a:r>
              <a:rPr lang="en" sz="1200" u="sng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sz="1200" u="sng">
              <a:solidFill>
                <a:schemeClr val="dk1"/>
              </a:solidFill>
              <a:latin typeface="Coda"/>
              <a:ea typeface="Coda"/>
              <a:cs typeface="Coda"/>
              <a:sym typeface="Coda"/>
            </a:endParaRPr>
          </a:p>
        </p:txBody>
      </p:sp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30"/>
          <p:cNvPicPr preferRelativeResize="0"/>
          <p:nvPr/>
        </p:nvPicPr>
        <p:blipFill rotWithShape="1">
          <a:blip r:embed="rId2">
            <a:alphaModFix/>
          </a:blip>
          <a:srcRect b="-21538" l="17495" r="26807" t="37142"/>
          <a:stretch/>
        </p:blipFill>
        <p:spPr>
          <a:xfrm>
            <a:off x="0" y="0"/>
            <a:ext cx="50931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Google Shape;235;p31"/>
          <p:cNvGrpSpPr/>
          <p:nvPr/>
        </p:nvGrpSpPr>
        <p:grpSpPr>
          <a:xfrm>
            <a:off x="5018673" y="0"/>
            <a:ext cx="4125326" cy="5143501"/>
            <a:chOff x="5018673" y="0"/>
            <a:chExt cx="4125326" cy="5143501"/>
          </a:xfrm>
        </p:grpSpPr>
        <p:pic>
          <p:nvPicPr>
            <p:cNvPr id="236" name="Google Shape;236;p31"/>
            <p:cNvPicPr preferRelativeResize="0"/>
            <p:nvPr/>
          </p:nvPicPr>
          <p:blipFill rotWithShape="1">
            <a:blip r:embed="rId2">
              <a:alphaModFix/>
            </a:blip>
            <a:srcRect b="0" l="0" r="70806" t="0"/>
            <a:stretch/>
          </p:blipFill>
          <p:spPr>
            <a:xfrm>
              <a:off x="6891025" y="0"/>
              <a:ext cx="2252974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7" name="Google Shape;237;p3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5018673" y="0"/>
              <a:ext cx="3659254" cy="51434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8" name="Google Shape;238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theme" Target="../theme/theme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da"/>
              <a:buNone/>
              <a:defRPr b="1" sz="3500">
                <a:solidFill>
                  <a:schemeClr val="dk1"/>
                </a:solidFill>
                <a:latin typeface="Coda"/>
                <a:ea typeface="Coda"/>
                <a:cs typeface="Coda"/>
                <a:sym typeface="Cod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2"/>
          <p:cNvSpPr txBox="1"/>
          <p:nvPr>
            <p:ph type="ctrTitle"/>
          </p:nvPr>
        </p:nvSpPr>
        <p:spPr>
          <a:xfrm>
            <a:off x="2281700" y="820500"/>
            <a:ext cx="6196800" cy="163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FF0000"/>
                </a:solidFill>
              </a:rPr>
              <a:t>i</a:t>
            </a:r>
            <a:r>
              <a:rPr lang="en" sz="4000">
                <a:solidFill>
                  <a:srgbClr val="FFFF00"/>
                </a:solidFill>
              </a:rPr>
              <a:t>Qu</a:t>
            </a:r>
            <a:r>
              <a:rPr lang="en" sz="4000">
                <a:solidFill>
                  <a:srgbClr val="00FF00"/>
                </a:solidFill>
              </a:rPr>
              <a:t>Co</a:t>
            </a:r>
            <a:r>
              <a:rPr lang="en" sz="4000">
                <a:solidFill>
                  <a:srgbClr val="6D9EEB"/>
                </a:solidFill>
              </a:rPr>
              <a:t>de</a:t>
            </a:r>
            <a:r>
              <a:rPr lang="en" sz="4000"/>
              <a:t>Fest</a:t>
            </a:r>
            <a:r>
              <a:rPr lang="en" sz="4000">
                <a:solidFill>
                  <a:srgbClr val="FFFF00"/>
                </a:solidFill>
              </a:rPr>
              <a:t> 2026</a:t>
            </a:r>
            <a:endParaRPr sz="4000">
              <a:solidFill>
                <a:srgbClr val="FF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FF9900"/>
                </a:solidFill>
              </a:rPr>
              <a:t>Quant</a:t>
            </a:r>
            <a:r>
              <a:rPr lang="en" sz="4000"/>
              <a:t>um </a:t>
            </a:r>
            <a:r>
              <a:rPr lang="en" sz="4000">
                <a:solidFill>
                  <a:srgbClr val="FF0000"/>
                </a:solidFill>
              </a:rPr>
              <a:t>Concor</a:t>
            </a:r>
            <a:r>
              <a:rPr lang="en" sz="4000"/>
              <a:t>dia</a:t>
            </a:r>
            <a:endParaRPr sz="4000"/>
          </a:p>
        </p:txBody>
      </p:sp>
      <p:sp>
        <p:nvSpPr>
          <p:cNvPr id="244" name="Google Shape;244;p32"/>
          <p:cNvSpPr txBox="1"/>
          <p:nvPr>
            <p:ph idx="1" type="subTitle"/>
          </p:nvPr>
        </p:nvSpPr>
        <p:spPr>
          <a:xfrm>
            <a:off x="2281700" y="2983250"/>
            <a:ext cx="6522000" cy="175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FCE5CD"/>
                </a:solidFill>
              </a:rPr>
              <a:t>“Nature isn’t classical, dammit, and if you want to make a simulation of nature, you’d better make it quantum mechanical.” — Richard Feynman </a:t>
            </a:r>
            <a:endParaRPr>
              <a:solidFill>
                <a:srgbClr val="FCE5CD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TEAM</a:t>
            </a:r>
            <a:r>
              <a:rPr lang="en" sz="1400"/>
              <a:t>: Kwali Duval , </a:t>
            </a:r>
            <a:r>
              <a:rPr lang="en" sz="1400"/>
              <a:t>Cyril Costes, </a:t>
            </a:r>
            <a:r>
              <a:rPr lang="en" sz="1400"/>
              <a:t>Theo-Dayan Rodriguez, Ivan Kamisarau, Jeffrey Bringolf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-311150" lvl="0" marL="18288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t/>
            </a:r>
            <a:endParaRPr sz="1300"/>
          </a:p>
        </p:txBody>
      </p:sp>
      <p:sp>
        <p:nvSpPr>
          <p:cNvPr id="245" name="Google Shape;245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 txBox="1"/>
          <p:nvPr>
            <p:ph type="title"/>
          </p:nvPr>
        </p:nvSpPr>
        <p:spPr>
          <a:xfrm>
            <a:off x="105100" y="1994075"/>
            <a:ext cx="5230200" cy="144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Quantum Image Analysis</a:t>
            </a:r>
            <a:endParaRPr/>
          </a:p>
        </p:txBody>
      </p:sp>
      <p:sp>
        <p:nvSpPr>
          <p:cNvPr id="251" name="Google Shape;251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4"/>
          <p:cNvSpPr txBox="1"/>
          <p:nvPr>
            <p:ph type="title"/>
          </p:nvPr>
        </p:nvSpPr>
        <p:spPr>
          <a:xfrm>
            <a:off x="753625" y="142450"/>
            <a:ext cx="8077800" cy="6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Motivation &amp; Problem Statement </a:t>
            </a:r>
            <a:endParaRPr/>
          </a:p>
        </p:txBody>
      </p:sp>
      <p:sp>
        <p:nvSpPr>
          <p:cNvPr id="257" name="Google Shape;257;p34"/>
          <p:cNvSpPr txBox="1"/>
          <p:nvPr>
            <p:ph idx="1" type="subTitle"/>
          </p:nvPr>
        </p:nvSpPr>
        <p:spPr>
          <a:xfrm>
            <a:off x="753625" y="865275"/>
            <a:ext cx="5915100" cy="40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Large Image datasets often contain </a:t>
            </a:r>
            <a:r>
              <a:rPr b="1" lang="en" sz="1700"/>
              <a:t>redundant or repeated regions</a:t>
            </a:r>
            <a:endParaRPr b="1"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Images are split into m </a:t>
            </a:r>
            <a:r>
              <a:rPr lang="en" sz="1700"/>
              <a:t>patch</a:t>
            </a:r>
            <a:r>
              <a:rPr lang="en" sz="1700"/>
              <a:t>s: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D(i) = </a:t>
            </a:r>
            <a:r>
              <a:rPr lang="en" sz="1700"/>
              <a:t>patch_i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Goal: find any pair (i,j) i≠j , such that: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D(i)=D(j)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This is an </a:t>
            </a:r>
            <a:r>
              <a:rPr b="1" lang="en" sz="1700"/>
              <a:t>all-pairs duplicate search problem</a:t>
            </a:r>
            <a:endParaRPr b="1"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Classical brute-force approach requires: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 : number of pixels 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O(n^2)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Even optimized hashing struggles with: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Near-duplicates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noisy transformations (rotation, scaling, compression)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8" name="Google Shape;25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8975" y="1542975"/>
            <a:ext cx="2482450" cy="2482450"/>
          </a:xfrm>
          <a:prstGeom prst="rect">
            <a:avLst/>
          </a:prstGeom>
          <a:noFill/>
          <a:ln cap="flat" cmpd="sng" w="38100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9" name="Google Shape;259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5"/>
          <p:cNvSpPr txBox="1"/>
          <p:nvPr>
            <p:ph type="title"/>
          </p:nvPr>
        </p:nvSpPr>
        <p:spPr>
          <a:xfrm>
            <a:off x="809650" y="445025"/>
            <a:ext cx="8077800" cy="6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Image Representation </a:t>
            </a:r>
            <a:endParaRPr/>
          </a:p>
        </p:txBody>
      </p:sp>
      <p:sp>
        <p:nvSpPr>
          <p:cNvPr id="265" name="Google Shape;265;p35"/>
          <p:cNvSpPr txBox="1"/>
          <p:nvPr>
            <p:ph idx="1" type="subTitle"/>
          </p:nvPr>
        </p:nvSpPr>
        <p:spPr>
          <a:xfrm>
            <a:off x="1301125" y="1403225"/>
            <a:ext cx="7340700" cy="335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Small binary patches → encoded as bitstrings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Image is divided into fixed-size patches (size n/m)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Each patch is flattened into a bitstring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Goal is to compare raw pixels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Each patch represents a local visual region of the image, encoded as a binary feature vector </a:t>
            </a:r>
            <a:endParaRPr/>
          </a:p>
        </p:txBody>
      </p:sp>
      <p:sp>
        <p:nvSpPr>
          <p:cNvPr id="266" name="Google Shape;266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/>
          <p:nvPr>
            <p:ph type="title"/>
          </p:nvPr>
        </p:nvSpPr>
        <p:spPr>
          <a:xfrm>
            <a:off x="607950" y="445025"/>
            <a:ext cx="8391600" cy="9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/>
              <a:t>Quantum </a:t>
            </a:r>
            <a:r>
              <a:rPr lang="en" sz="3700"/>
              <a:t>Reformulation of the Problem</a:t>
            </a:r>
            <a:endParaRPr sz="3200"/>
          </a:p>
        </p:txBody>
      </p:sp>
      <p:sp>
        <p:nvSpPr>
          <p:cNvPr id="272" name="Google Shape;272;p36"/>
          <p:cNvSpPr txBox="1"/>
          <p:nvPr>
            <p:ph idx="1" type="subTitle"/>
          </p:nvPr>
        </p:nvSpPr>
        <p:spPr>
          <a:xfrm>
            <a:off x="1558800" y="1179075"/>
            <a:ext cx="6869400" cy="35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Convert duplicate detection into a search problem over pairs</a:t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Instead of comparing sequentially, consider all pairs simultaneously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b="1" lang="en" sz="1800">
                <a:solidFill>
                  <a:schemeClr val="accent2"/>
                </a:solidFill>
              </a:rPr>
              <a:t>Brute Force</a:t>
            </a:r>
            <a:endParaRPr b="1"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O(n^2)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b="1" lang="en" sz="1800">
                <a:solidFill>
                  <a:schemeClr val="accent2"/>
                </a:solidFill>
              </a:rPr>
              <a:t>Hashing:</a:t>
            </a:r>
            <a:endParaRPr b="1"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O(n)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b="1" lang="en" sz="1800">
                <a:solidFill>
                  <a:schemeClr val="accent2"/>
                </a:solidFill>
              </a:rPr>
              <a:t>Limitations:</a:t>
            </a:r>
            <a:endParaRPr b="1"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Sensitive to noise / transformations</a:t>
            </a:r>
            <a:endParaRPr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Near-duplicates are hard</a:t>
            </a:r>
            <a:endParaRPr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Brute force scales poorly for large datasets</a:t>
            </a:r>
            <a:endParaRPr sz="1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800">
              <a:solidFill>
                <a:schemeClr val="accent2"/>
              </a:solidFill>
            </a:endParaRPr>
          </a:p>
        </p:txBody>
      </p:sp>
      <p:sp>
        <p:nvSpPr>
          <p:cNvPr id="273" name="Google Shape;273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7"/>
          <p:cNvSpPr txBox="1"/>
          <p:nvPr>
            <p:ph type="title"/>
          </p:nvPr>
        </p:nvSpPr>
        <p:spPr>
          <a:xfrm>
            <a:off x="585525" y="276950"/>
            <a:ext cx="8391600" cy="90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Quantum Encoding + Oracle </a:t>
            </a:r>
            <a:endParaRPr sz="3400"/>
          </a:p>
        </p:txBody>
      </p:sp>
      <p:sp>
        <p:nvSpPr>
          <p:cNvPr id="279" name="Google Shape;279;p37"/>
          <p:cNvSpPr txBox="1"/>
          <p:nvPr>
            <p:ph idx="1" type="subTitle"/>
          </p:nvPr>
        </p:nvSpPr>
        <p:spPr>
          <a:xfrm>
            <a:off x="1357075" y="730850"/>
            <a:ext cx="7463100" cy="43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Represent image </a:t>
            </a:r>
            <a:r>
              <a:rPr lang="en" sz="1700">
                <a:solidFill>
                  <a:schemeClr val="accent2"/>
                </a:solidFill>
              </a:rPr>
              <a:t>patch</a:t>
            </a:r>
            <a:r>
              <a:rPr lang="en" sz="1700">
                <a:solidFill>
                  <a:schemeClr val="accent2"/>
                </a:solidFill>
              </a:rPr>
              <a:t> indices using two quantum registers: </a:t>
            </a:r>
            <a:endParaRPr sz="1700">
              <a:solidFill>
                <a:schemeClr val="accent2"/>
              </a:solidFill>
            </a:endParaRPr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○"/>
            </a:pPr>
            <a:r>
              <a:rPr lang="en" sz="1700">
                <a:solidFill>
                  <a:schemeClr val="accent2"/>
                </a:solidFill>
              </a:rPr>
              <a:t> ∣ i ⟩∣ j ⟩ </a:t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Create superposition of all possible pairs: </a:t>
            </a:r>
            <a:endParaRPr sz="1700">
              <a:solidFill>
                <a:schemeClr val="accent2"/>
              </a:solidFill>
            </a:endParaRPr>
          </a:p>
          <a:p>
            <a:pPr indent="0" lvl="0" marL="45720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   Each state represents a possible comparison between two image patches</a:t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Oracle checks for matching patches:</a:t>
            </a:r>
            <a:endParaRPr sz="17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Equality test performed using bitwise XOR: </a:t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f(i, j) = </a:t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Oracle marks valid pairs by phase flip:  </a:t>
            </a:r>
            <a:endParaRPr sz="17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accent2"/>
              </a:solidFill>
            </a:endParaRPr>
          </a:p>
          <a:p>
            <a:pPr indent="-336550" lvl="1" marL="9144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○"/>
            </a:pPr>
            <a:r>
              <a:t/>
            </a:r>
            <a:endParaRPr sz="1700">
              <a:solidFill>
                <a:schemeClr val="accent2"/>
              </a:solidFill>
            </a:endParaRPr>
          </a:p>
        </p:txBody>
      </p:sp>
      <p:sp>
        <p:nvSpPr>
          <p:cNvPr id="280" name="Google Shape;280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1" name="Google Shape;28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0725" y="1861825"/>
            <a:ext cx="1130725" cy="653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47686" y="3192800"/>
            <a:ext cx="1198500" cy="59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0800000">
            <a:off x="-20668" y="124550"/>
            <a:ext cx="173068" cy="2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7"/>
          <p:cNvPicPr preferRelativeResize="0"/>
          <p:nvPr/>
        </p:nvPicPr>
        <p:blipFill rotWithShape="1">
          <a:blip r:embed="rId6">
            <a:alphaModFix/>
          </a:blip>
          <a:srcRect b="0" l="0" r="23547" t="0"/>
          <a:stretch/>
        </p:blipFill>
        <p:spPr>
          <a:xfrm>
            <a:off x="2640122" y="4057625"/>
            <a:ext cx="1259775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28700" y="4362425"/>
            <a:ext cx="2343150" cy="37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8"/>
          <p:cNvSpPr txBox="1"/>
          <p:nvPr>
            <p:ph type="title"/>
          </p:nvPr>
        </p:nvSpPr>
        <p:spPr>
          <a:xfrm>
            <a:off x="585525" y="276950"/>
            <a:ext cx="8391600" cy="90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Grover Amplification</a:t>
            </a:r>
            <a:endParaRPr sz="3400"/>
          </a:p>
        </p:txBody>
      </p:sp>
      <p:sp>
        <p:nvSpPr>
          <p:cNvPr id="291" name="Google Shape;291;p38"/>
          <p:cNvSpPr txBox="1"/>
          <p:nvPr>
            <p:ph idx="1" type="subTitle"/>
          </p:nvPr>
        </p:nvSpPr>
        <p:spPr>
          <a:xfrm>
            <a:off x="1760525" y="1318625"/>
            <a:ext cx="6656400" cy="200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Oracle marks correct pairs (phase flip)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Grover diffusion increases matching pairs probability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Reduces amplitude of non-matching pairs</a:t>
            </a:r>
            <a:endParaRPr sz="1800">
              <a:solidFill>
                <a:schemeClr val="accent2"/>
              </a:solidFill>
            </a:endParaRPr>
          </a:p>
        </p:txBody>
      </p:sp>
      <p:sp>
        <p:nvSpPr>
          <p:cNvPr id="292" name="Google Shape;292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3" name="Google Shape;29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20668" y="124550"/>
            <a:ext cx="173068" cy="2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1248" y="2974775"/>
            <a:ext cx="1888576" cy="1892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68750" y="2931568"/>
            <a:ext cx="1888576" cy="19789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9"/>
          <p:cNvSpPr txBox="1"/>
          <p:nvPr>
            <p:ph type="title"/>
          </p:nvPr>
        </p:nvSpPr>
        <p:spPr>
          <a:xfrm>
            <a:off x="574325" y="400225"/>
            <a:ext cx="8391600" cy="90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Result &amp; Conclusion</a:t>
            </a:r>
            <a:endParaRPr sz="3400"/>
          </a:p>
        </p:txBody>
      </p:sp>
      <p:sp>
        <p:nvSpPr>
          <p:cNvPr id="301" name="Google Shape;301;p39"/>
          <p:cNvSpPr txBox="1"/>
          <p:nvPr>
            <p:ph idx="1" type="subTitle"/>
          </p:nvPr>
        </p:nvSpPr>
        <p:spPr>
          <a:xfrm>
            <a:off x="1995925" y="1486725"/>
            <a:ext cx="6275400" cy="23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Grover’s algorithm amplifies the probability of correct matching pairs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Classical brute force Time Complexity: </a:t>
            </a:r>
            <a:endParaRPr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O(n^2) 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Quantum Grover search </a:t>
            </a:r>
            <a:r>
              <a:rPr lang="en" sz="1800">
                <a:solidFill>
                  <a:schemeClr val="accent2"/>
                </a:solidFill>
              </a:rPr>
              <a:t>Time Complexity: </a:t>
            </a:r>
            <a:endParaRPr sz="1800">
              <a:solidFill>
                <a:schemeClr val="accent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sz="1800">
                <a:solidFill>
                  <a:schemeClr val="accent2"/>
                </a:solidFill>
              </a:rPr>
              <a:t>O(n) </a:t>
            </a:r>
            <a:endParaRPr sz="1800">
              <a:solidFill>
                <a:schemeClr val="accent2"/>
              </a:solidFill>
            </a:endParaRPr>
          </a:p>
          <a:p>
            <a:pPr indent="0" lvl="0" marL="91440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 sz="1700">
              <a:solidFill>
                <a:schemeClr val="accent2"/>
              </a:solidFill>
            </a:endParaRPr>
          </a:p>
        </p:txBody>
      </p:sp>
      <p:sp>
        <p:nvSpPr>
          <p:cNvPr id="302" name="Google Shape;302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03" name="Google Shape;30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20668" y="124550"/>
            <a:ext cx="173068" cy="2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0"/>
          <p:cNvSpPr txBox="1"/>
          <p:nvPr>
            <p:ph type="title"/>
          </p:nvPr>
        </p:nvSpPr>
        <p:spPr>
          <a:xfrm>
            <a:off x="585525" y="276950"/>
            <a:ext cx="8391600" cy="90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Limitations &amp; Improvements</a:t>
            </a:r>
            <a:endParaRPr sz="3400"/>
          </a:p>
        </p:txBody>
      </p:sp>
      <p:sp>
        <p:nvSpPr>
          <p:cNvPr id="309" name="Google Shape;309;p40"/>
          <p:cNvSpPr txBox="1"/>
          <p:nvPr>
            <p:ph idx="1" type="subTitle"/>
          </p:nvPr>
        </p:nvSpPr>
        <p:spPr>
          <a:xfrm>
            <a:off x="1570050" y="1531525"/>
            <a:ext cx="7463100" cy="30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Requires quantum memory (QRAM assumption)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Classical hashing may outperform for exact duplicates</a:t>
            </a:r>
            <a:endParaRPr sz="1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sz="1800">
                <a:solidFill>
                  <a:schemeClr val="accent2"/>
                </a:solidFill>
              </a:rPr>
              <a:t>Sensitive to noise (exact match required)</a:t>
            </a:r>
            <a:endParaRPr sz="1800">
              <a:solidFill>
                <a:schemeClr val="accent2"/>
              </a:solidFill>
            </a:endParaRPr>
          </a:p>
          <a:p>
            <a:pPr indent="0" lvl="0" marL="45720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14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Perceptional hashing for close matches</a:t>
            </a:r>
            <a:endParaRPr sz="1700">
              <a:solidFill>
                <a:schemeClr val="accent2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accent2"/>
                </a:solidFill>
              </a:rPr>
              <a:t>Non-orthogonal image state preparation using feature encoding</a:t>
            </a:r>
            <a:endParaRPr sz="1700">
              <a:solidFill>
                <a:schemeClr val="accent2"/>
              </a:solidFill>
            </a:endParaRPr>
          </a:p>
        </p:txBody>
      </p:sp>
      <p:sp>
        <p:nvSpPr>
          <p:cNvPr id="310" name="Google Shape;310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1" name="Google Shape;31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20668" y="124550"/>
            <a:ext cx="173068" cy="2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4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684" l="0" r="0" t="7692"/>
          <a:stretch/>
        </p:blipFill>
        <p:spPr>
          <a:xfrm>
            <a:off x="-25" y="-13725"/>
            <a:ext cx="9144003" cy="5157301"/>
          </a:xfrm>
          <a:prstGeom prst="rect">
            <a:avLst/>
          </a:prstGeom>
        </p:spPr>
      </p:pic>
      <p:sp>
        <p:nvSpPr>
          <p:cNvPr id="317" name="Google Shape;317;p41"/>
          <p:cNvSpPr txBox="1"/>
          <p:nvPr>
            <p:ph type="title"/>
          </p:nvPr>
        </p:nvSpPr>
        <p:spPr>
          <a:xfrm>
            <a:off x="1653725" y="4014450"/>
            <a:ext cx="5836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</a:t>
            </a:r>
            <a:endParaRPr/>
          </a:p>
        </p:txBody>
      </p:sp>
      <p:sp>
        <p:nvSpPr>
          <p:cNvPr id="318" name="Google Shape;318;p4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Quantum Computing Major for College by Slidesgo">
  <a:themeElements>
    <a:clrScheme name="Simple Light">
      <a:dk1>
        <a:srgbClr val="FFFFE9"/>
      </a:dk1>
      <a:lt1>
        <a:srgbClr val="000000"/>
      </a:lt1>
      <a:dk2>
        <a:srgbClr val="D1E6F3"/>
      </a:dk2>
      <a:lt2>
        <a:srgbClr val="E6FFE6"/>
      </a:lt2>
      <a:accent1>
        <a:srgbClr val="BAC8D3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E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